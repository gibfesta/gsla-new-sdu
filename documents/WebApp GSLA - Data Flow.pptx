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G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28"/>
    <p:restoredTop sz="94678"/>
  </p:normalViewPr>
  <p:slideViewPr>
    <p:cSldViewPr snapToGrid="0">
      <p:cViewPr varScale="1">
        <p:scale>
          <a:sx n="116" d="100"/>
          <a:sy n="116" d="100"/>
        </p:scale>
        <p:origin x="200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D73AB-0353-2378-B672-0DE4B081F8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D3EAE0-7A6F-C792-D5F0-93FAD5D995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BB2BA-6FA6-1F69-AAAD-2E7ACDC4B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7A211-798C-974C-B835-EBCB7C07311D}" type="datetimeFigureOut">
              <a:rPr lang="en-GI" smtClean="0"/>
              <a:t>03/02/2026</a:t>
            </a:fld>
            <a:endParaRPr lang="en-G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F1B16-8C6E-EB0A-7DD3-0B5C9080D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25E53-8D99-B29E-5E65-83A559983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43F1B-5995-0F45-8A74-F7AD15294BDD}" type="slidenum">
              <a:rPr lang="en-GI" smtClean="0"/>
              <a:t>‹#›</a:t>
            </a:fld>
            <a:endParaRPr lang="en-GI"/>
          </a:p>
        </p:txBody>
      </p:sp>
    </p:spTree>
    <p:extLst>
      <p:ext uri="{BB962C8B-B14F-4D97-AF65-F5344CB8AC3E}">
        <p14:creationId xmlns:p14="http://schemas.microsoft.com/office/powerpoint/2010/main" val="1886798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7539E-92EB-0CFA-E8AD-AA7277A4F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24D6A-C0C1-8B12-3DDB-793726A864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84564-C946-76EB-FBDD-A220D17BC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7A211-798C-974C-B835-EBCB7C07311D}" type="datetimeFigureOut">
              <a:rPr lang="en-GI" smtClean="0"/>
              <a:t>03/02/2026</a:t>
            </a:fld>
            <a:endParaRPr lang="en-G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2588E-8D0C-0054-6761-A5DE9D108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4D024-00B6-0DF2-2F4E-90B4D3536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43F1B-5995-0F45-8A74-F7AD15294BDD}" type="slidenum">
              <a:rPr lang="en-GI" smtClean="0"/>
              <a:t>‹#›</a:t>
            </a:fld>
            <a:endParaRPr lang="en-GI"/>
          </a:p>
        </p:txBody>
      </p:sp>
    </p:spTree>
    <p:extLst>
      <p:ext uri="{BB962C8B-B14F-4D97-AF65-F5344CB8AC3E}">
        <p14:creationId xmlns:p14="http://schemas.microsoft.com/office/powerpoint/2010/main" val="626437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F9FC2-3716-67A5-209D-0F82BA3BC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5D5A33-5ECA-4400-AB01-7D89F35938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CDA82-3095-01B4-F560-1663F3214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7A211-798C-974C-B835-EBCB7C07311D}" type="datetimeFigureOut">
              <a:rPr lang="en-GI" smtClean="0"/>
              <a:t>03/02/2026</a:t>
            </a:fld>
            <a:endParaRPr lang="en-G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0EFF2-53D9-39F1-ED3B-41FDC5B11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8D06F3-145D-B121-9AF3-A8F8EBCAB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43F1B-5995-0F45-8A74-F7AD15294BDD}" type="slidenum">
              <a:rPr lang="en-GI" smtClean="0"/>
              <a:t>‹#›</a:t>
            </a:fld>
            <a:endParaRPr lang="en-GI"/>
          </a:p>
        </p:txBody>
      </p:sp>
    </p:spTree>
    <p:extLst>
      <p:ext uri="{BB962C8B-B14F-4D97-AF65-F5344CB8AC3E}">
        <p14:creationId xmlns:p14="http://schemas.microsoft.com/office/powerpoint/2010/main" val="3067181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CE2CB-C0A3-847F-8072-4E37FEDF1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641BC-133B-4079-39B2-FA85417ABB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8F90D8-B7C0-FA3D-ADEF-AFB6FBAB75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611800-C354-03CC-55C6-09E41E5A1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7A211-798C-974C-B835-EBCB7C07311D}" type="datetimeFigureOut">
              <a:rPr lang="en-GI" smtClean="0"/>
              <a:t>03/02/2026</a:t>
            </a:fld>
            <a:endParaRPr lang="en-G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7AF8D6-3CF2-9248-445C-772096292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E7D2E0-7B1C-3C75-83D6-503EEF9B7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43F1B-5995-0F45-8A74-F7AD15294BDD}" type="slidenum">
              <a:rPr lang="en-GI" smtClean="0"/>
              <a:t>‹#›</a:t>
            </a:fld>
            <a:endParaRPr lang="en-GI"/>
          </a:p>
        </p:txBody>
      </p:sp>
    </p:spTree>
    <p:extLst>
      <p:ext uri="{BB962C8B-B14F-4D97-AF65-F5344CB8AC3E}">
        <p14:creationId xmlns:p14="http://schemas.microsoft.com/office/powerpoint/2010/main" val="289930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24755-0932-0BAF-628A-C635D8A40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B2C764-189C-DD9D-331B-628A3EA687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66CE35-DE4C-FB4D-5FEE-9E2175DDBA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I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2448FA-5345-2107-6B4C-92B1CF450A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476B4D-8443-2FC6-412D-547B8B538A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I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AD530E-34C4-B29F-B7AD-951E3F859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7A211-798C-974C-B835-EBCB7C07311D}" type="datetimeFigureOut">
              <a:rPr lang="en-GI" smtClean="0"/>
              <a:t>03/02/2026</a:t>
            </a:fld>
            <a:endParaRPr lang="en-GI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BC3268-080A-B882-C7AB-C28C2AA60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I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D51688-2CB7-FE86-D517-934EAEEF7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43F1B-5995-0F45-8A74-F7AD15294BDD}" type="slidenum">
              <a:rPr lang="en-GI" smtClean="0"/>
              <a:t>‹#›</a:t>
            </a:fld>
            <a:endParaRPr lang="en-GI"/>
          </a:p>
        </p:txBody>
      </p:sp>
    </p:spTree>
    <p:extLst>
      <p:ext uri="{BB962C8B-B14F-4D97-AF65-F5344CB8AC3E}">
        <p14:creationId xmlns:p14="http://schemas.microsoft.com/office/powerpoint/2010/main" val="494937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97E27-7466-213A-0D9F-D8BCBFA43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6FF262-D996-1F68-0239-2092D52AC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7A211-798C-974C-B835-EBCB7C07311D}" type="datetimeFigureOut">
              <a:rPr lang="en-GI" smtClean="0"/>
              <a:t>03/02/2026</a:t>
            </a:fld>
            <a:endParaRPr lang="en-G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7E5E3E-1773-0C6C-C6FB-6E4B997A8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1A9180-9879-841C-68FD-08873C925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43F1B-5995-0F45-8A74-F7AD15294BDD}" type="slidenum">
              <a:rPr lang="en-GI" smtClean="0"/>
              <a:t>‹#›</a:t>
            </a:fld>
            <a:endParaRPr lang="en-GI"/>
          </a:p>
        </p:txBody>
      </p:sp>
    </p:spTree>
    <p:extLst>
      <p:ext uri="{BB962C8B-B14F-4D97-AF65-F5344CB8AC3E}">
        <p14:creationId xmlns:p14="http://schemas.microsoft.com/office/powerpoint/2010/main" val="2503566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3E2949-2820-353C-D09A-5A40C2755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7A211-798C-974C-B835-EBCB7C07311D}" type="datetimeFigureOut">
              <a:rPr lang="en-GI" smtClean="0"/>
              <a:t>03/02/2026</a:t>
            </a:fld>
            <a:endParaRPr lang="en-G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803319-168C-03B3-C1A9-D1BF919F3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C1B195-75F2-5161-A8B3-CE2D6F3F3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43F1B-5995-0F45-8A74-F7AD15294BDD}" type="slidenum">
              <a:rPr lang="en-GI" smtClean="0"/>
              <a:t>‹#›</a:t>
            </a:fld>
            <a:endParaRPr lang="en-GI"/>
          </a:p>
        </p:txBody>
      </p:sp>
    </p:spTree>
    <p:extLst>
      <p:ext uri="{BB962C8B-B14F-4D97-AF65-F5344CB8AC3E}">
        <p14:creationId xmlns:p14="http://schemas.microsoft.com/office/powerpoint/2010/main" val="4027211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CD650-2522-2F27-8D19-301944A2F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40EC8-36CA-96A8-845D-8F651E03E9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8A9A8A-5DC7-465C-1AA9-D5CBC6F648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E610E5-00AF-B3D2-0639-CF4F4AE00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7A211-798C-974C-B835-EBCB7C07311D}" type="datetimeFigureOut">
              <a:rPr lang="en-GI" smtClean="0"/>
              <a:t>03/02/2026</a:t>
            </a:fld>
            <a:endParaRPr lang="en-G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C4C1F7-F170-C965-60DF-F3570FD65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C8F550-EC9E-8786-8E50-DED6285F5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43F1B-5995-0F45-8A74-F7AD15294BDD}" type="slidenum">
              <a:rPr lang="en-GI" smtClean="0"/>
              <a:t>‹#›</a:t>
            </a:fld>
            <a:endParaRPr lang="en-GI"/>
          </a:p>
        </p:txBody>
      </p:sp>
    </p:spTree>
    <p:extLst>
      <p:ext uri="{BB962C8B-B14F-4D97-AF65-F5344CB8AC3E}">
        <p14:creationId xmlns:p14="http://schemas.microsoft.com/office/powerpoint/2010/main" val="3902562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60526-347C-58E1-57D4-CA1838AA7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I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A701B3-C134-AF15-2D1A-C252B8023C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DD90AB-8728-9FC3-FEBC-08BE3A1ABC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1EACB3-09EE-AB38-1994-D6E3E3E07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7A211-798C-974C-B835-EBCB7C07311D}" type="datetimeFigureOut">
              <a:rPr lang="en-GI" smtClean="0"/>
              <a:t>03/02/2026</a:t>
            </a:fld>
            <a:endParaRPr lang="en-G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2D289D-338B-64C2-6762-BF8CE2E00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102031-203F-663F-3EE4-3657F25B5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43F1B-5995-0F45-8A74-F7AD15294BDD}" type="slidenum">
              <a:rPr lang="en-GI" smtClean="0"/>
              <a:t>‹#›</a:t>
            </a:fld>
            <a:endParaRPr lang="en-GI"/>
          </a:p>
        </p:txBody>
      </p:sp>
    </p:spTree>
    <p:extLst>
      <p:ext uri="{BB962C8B-B14F-4D97-AF65-F5344CB8AC3E}">
        <p14:creationId xmlns:p14="http://schemas.microsoft.com/office/powerpoint/2010/main" val="1396706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288C5-7E53-5DB7-EA21-5F4EF235B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679375-2595-2750-634F-2EF790C4FF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2022DF-C15E-DA43-397A-376CC7382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7A211-798C-974C-B835-EBCB7C07311D}" type="datetimeFigureOut">
              <a:rPr lang="en-GI" smtClean="0"/>
              <a:t>03/02/2026</a:t>
            </a:fld>
            <a:endParaRPr lang="en-G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ED1819-5AB4-879E-CA69-8088FF1DE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4387F0-6E9F-242A-04EC-8264D3B4D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43F1B-5995-0F45-8A74-F7AD15294BDD}" type="slidenum">
              <a:rPr lang="en-GI" smtClean="0"/>
              <a:t>‹#›</a:t>
            </a:fld>
            <a:endParaRPr lang="en-GI"/>
          </a:p>
        </p:txBody>
      </p:sp>
    </p:spTree>
    <p:extLst>
      <p:ext uri="{BB962C8B-B14F-4D97-AF65-F5344CB8AC3E}">
        <p14:creationId xmlns:p14="http://schemas.microsoft.com/office/powerpoint/2010/main" val="656360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20CCED-B47F-D1C6-6B9C-BAE59DD5FF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8274E3-3D20-4A6C-8934-8FB0CF5D40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3D603-0662-8744-82E5-8978B972D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7A211-798C-974C-B835-EBCB7C07311D}" type="datetimeFigureOut">
              <a:rPr lang="en-GI" smtClean="0"/>
              <a:t>03/02/2026</a:t>
            </a:fld>
            <a:endParaRPr lang="en-G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C3E4A-9B8C-F387-96E9-8AD1A5F13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05A992-D480-F75D-3989-D0588C0C9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43F1B-5995-0F45-8A74-F7AD15294BDD}" type="slidenum">
              <a:rPr lang="en-GI" smtClean="0"/>
              <a:t>‹#›</a:t>
            </a:fld>
            <a:endParaRPr lang="en-GI"/>
          </a:p>
        </p:txBody>
      </p:sp>
    </p:spTree>
    <p:extLst>
      <p:ext uri="{BB962C8B-B14F-4D97-AF65-F5344CB8AC3E}">
        <p14:creationId xmlns:p14="http://schemas.microsoft.com/office/powerpoint/2010/main" val="234185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AC2EA1-866B-27FD-EB43-693AE2CF4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DB9519-BDCD-D52A-77CA-4368D4197D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1D6DF-EAB0-6006-FFA2-CFF3A3439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97A211-798C-974C-B835-EBCB7C07311D}" type="datetimeFigureOut">
              <a:rPr lang="en-GI" smtClean="0"/>
              <a:t>03/02/2026</a:t>
            </a:fld>
            <a:endParaRPr lang="en-G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38019F-91D2-6CEA-8251-D7EFA18B98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1D46B-A45C-3579-F9BE-E42F9DA7B8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943F1B-5995-0F45-8A74-F7AD15294BDD}" type="slidenum">
              <a:rPr lang="en-GI" smtClean="0"/>
              <a:t>‹#›</a:t>
            </a:fld>
            <a:endParaRPr lang="en-GI"/>
          </a:p>
        </p:txBody>
      </p:sp>
    </p:spTree>
    <p:extLst>
      <p:ext uri="{BB962C8B-B14F-4D97-AF65-F5344CB8AC3E}">
        <p14:creationId xmlns:p14="http://schemas.microsoft.com/office/powerpoint/2010/main" val="388433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BD93BC53-19C8-DE61-D764-30E62FA002E6}"/>
              </a:ext>
            </a:extLst>
          </p:cNvPr>
          <p:cNvSpPr/>
          <p:nvPr/>
        </p:nvSpPr>
        <p:spPr>
          <a:xfrm>
            <a:off x="4572892" y="2387983"/>
            <a:ext cx="1464582" cy="1464582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I" sz="1100" dirty="0"/>
              <a:t>Data Collection / Data Hub / Databases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9D0ECE9-36A5-5FE9-7965-A15D6FCA7B72}"/>
              </a:ext>
            </a:extLst>
          </p:cNvPr>
          <p:cNvSpPr/>
          <p:nvPr/>
        </p:nvSpPr>
        <p:spPr>
          <a:xfrm>
            <a:off x="6812436" y="3181462"/>
            <a:ext cx="1464582" cy="146458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I" sz="1000" dirty="0"/>
              <a:t>”GSLA Employees”</a:t>
            </a:r>
          </a:p>
          <a:p>
            <a:pPr algn="ctr"/>
            <a:r>
              <a:rPr lang="en-GI" sz="1000" dirty="0"/>
              <a:t>&amp;</a:t>
            </a:r>
          </a:p>
          <a:p>
            <a:pPr algn="ctr"/>
            <a:r>
              <a:rPr lang="en-GI" sz="1000" dirty="0"/>
              <a:t>“GSLA Member”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7FABCD0-BD78-DA28-5424-622C958D9ED3}"/>
              </a:ext>
            </a:extLst>
          </p:cNvPr>
          <p:cNvSpPr/>
          <p:nvPr/>
        </p:nvSpPr>
        <p:spPr>
          <a:xfrm>
            <a:off x="6869550" y="1478034"/>
            <a:ext cx="1350353" cy="1350353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I" sz="1000" dirty="0"/>
              <a:t>Public &amp; Associations</a:t>
            </a:r>
          </a:p>
          <a:p>
            <a:pPr algn="ctr"/>
            <a:endParaRPr lang="en-GI" sz="1000" dirty="0"/>
          </a:p>
          <a:p>
            <a:pPr algn="ctr"/>
            <a:r>
              <a:rPr lang="en-GI" sz="1000" dirty="0"/>
              <a:t>”GSLA Member”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DF38824-0DB6-83EC-24F1-DA1EA562ADFB}"/>
              </a:ext>
            </a:extLst>
          </p:cNvPr>
          <p:cNvSpPr/>
          <p:nvPr/>
        </p:nvSpPr>
        <p:spPr>
          <a:xfrm>
            <a:off x="2829102" y="1155932"/>
            <a:ext cx="1096050" cy="109605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I" sz="1050" dirty="0"/>
              <a:t>Sports &amp; Development Department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80D22D2-481E-C7D0-6E75-E7AC4335AF40}"/>
              </a:ext>
            </a:extLst>
          </p:cNvPr>
          <p:cNvSpPr/>
          <p:nvPr/>
        </p:nvSpPr>
        <p:spPr>
          <a:xfrm>
            <a:off x="2829102" y="2756515"/>
            <a:ext cx="1096050" cy="109605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I" sz="1100" dirty="0"/>
              <a:t>Facilities Department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70F87D5-BE7E-7283-C4E2-ACEF3BC3EA75}"/>
              </a:ext>
            </a:extLst>
          </p:cNvPr>
          <p:cNvSpPr/>
          <p:nvPr/>
        </p:nvSpPr>
        <p:spPr>
          <a:xfrm>
            <a:off x="2767527" y="4358176"/>
            <a:ext cx="1219200" cy="109605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I" sz="1100" dirty="0"/>
              <a:t>Human Resources Department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31966F-E052-E66F-AC15-7B42C63A50F4}"/>
              </a:ext>
            </a:extLst>
          </p:cNvPr>
          <p:cNvSpPr/>
          <p:nvPr/>
        </p:nvSpPr>
        <p:spPr>
          <a:xfrm>
            <a:off x="189205" y="50723"/>
            <a:ext cx="584826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WebApp Data Flow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4DBDEF6-E8E4-FDBB-16F1-0073E8CB2222}"/>
              </a:ext>
            </a:extLst>
          </p:cNvPr>
          <p:cNvCxnSpPr>
            <a:cxnSpLocks/>
            <a:stCxn id="6" idx="2"/>
            <a:endCxn id="4" idx="7"/>
          </p:cNvCxnSpPr>
          <p:nvPr/>
        </p:nvCxnSpPr>
        <p:spPr>
          <a:xfrm flipH="1">
            <a:off x="5822991" y="2153211"/>
            <a:ext cx="1046559" cy="4492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3BFC0BF-3328-E686-674F-3116B9F5F7BF}"/>
              </a:ext>
            </a:extLst>
          </p:cNvPr>
          <p:cNvCxnSpPr>
            <a:cxnSpLocks/>
            <a:stCxn id="5" idx="2"/>
            <a:endCxn id="4" idx="5"/>
          </p:cNvCxnSpPr>
          <p:nvPr/>
        </p:nvCxnSpPr>
        <p:spPr>
          <a:xfrm flipH="1" flipV="1">
            <a:off x="5822991" y="3638082"/>
            <a:ext cx="989445" cy="2756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29A07760-AF17-4655-2D6D-EA19A99610D2}"/>
              </a:ext>
            </a:extLst>
          </p:cNvPr>
          <p:cNvSpPr/>
          <p:nvPr/>
        </p:nvSpPr>
        <p:spPr>
          <a:xfrm>
            <a:off x="9339179" y="1303407"/>
            <a:ext cx="1925798" cy="164084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I" sz="800" dirty="0"/>
              <a:t>Profile Information to make Bookings (Paddle, Swimming etc)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I" sz="800" dirty="0"/>
              <a:t>Profile Information to REGISTER with Associations/Teams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D91A01DA-188C-8B33-BAE3-290CF43D39FC}"/>
              </a:ext>
            </a:extLst>
          </p:cNvPr>
          <p:cNvSpPr/>
          <p:nvPr/>
        </p:nvSpPr>
        <p:spPr>
          <a:xfrm>
            <a:off x="9266463" y="3093333"/>
            <a:ext cx="1925798" cy="164084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I" sz="800" dirty="0"/>
              <a:t>Standard Work Information Collected by any HR Department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I" sz="800" dirty="0"/>
              <a:t>Can also be a GSLA Member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AE3359A-0255-76F4-DA72-4B2F8F800448}"/>
              </a:ext>
            </a:extLst>
          </p:cNvPr>
          <p:cNvCxnSpPr>
            <a:cxnSpLocks/>
            <a:stCxn id="25" idx="1"/>
            <a:endCxn id="6" idx="6"/>
          </p:cNvCxnSpPr>
          <p:nvPr/>
        </p:nvCxnSpPr>
        <p:spPr>
          <a:xfrm flipH="1">
            <a:off x="8219903" y="2123827"/>
            <a:ext cx="1119276" cy="2938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FFF29CE-4F2C-3DF4-57DD-ABABAE9398E2}"/>
              </a:ext>
            </a:extLst>
          </p:cNvPr>
          <p:cNvCxnSpPr>
            <a:cxnSpLocks/>
            <a:stCxn id="26" idx="1"/>
            <a:endCxn id="5" idx="6"/>
          </p:cNvCxnSpPr>
          <p:nvPr/>
        </p:nvCxnSpPr>
        <p:spPr>
          <a:xfrm flipH="1">
            <a:off x="8277018" y="3913753"/>
            <a:ext cx="98944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6426FB5-6D76-D359-90B0-6590030EDD00}"/>
              </a:ext>
            </a:extLst>
          </p:cNvPr>
          <p:cNvCxnSpPr>
            <a:cxnSpLocks/>
            <a:stCxn id="4" idx="1"/>
            <a:endCxn id="7" idx="3"/>
          </p:cNvCxnSpPr>
          <p:nvPr/>
        </p:nvCxnSpPr>
        <p:spPr>
          <a:xfrm flipH="1" flipV="1">
            <a:off x="3925152" y="1703957"/>
            <a:ext cx="862223" cy="8985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F61B6D79-A4E4-D115-8B09-4DF52304C58B}"/>
              </a:ext>
            </a:extLst>
          </p:cNvPr>
          <p:cNvCxnSpPr>
            <a:cxnSpLocks/>
            <a:stCxn id="4" idx="2"/>
            <a:endCxn id="8" idx="3"/>
          </p:cNvCxnSpPr>
          <p:nvPr/>
        </p:nvCxnSpPr>
        <p:spPr>
          <a:xfrm flipH="1">
            <a:off x="3925152" y="3120274"/>
            <a:ext cx="647740" cy="1842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8F6ADC36-BE17-BAA6-1EAB-75C8282B92B1}"/>
              </a:ext>
            </a:extLst>
          </p:cNvPr>
          <p:cNvCxnSpPr>
            <a:cxnSpLocks/>
            <a:stCxn id="4" idx="3"/>
            <a:endCxn id="9" idx="3"/>
          </p:cNvCxnSpPr>
          <p:nvPr/>
        </p:nvCxnSpPr>
        <p:spPr>
          <a:xfrm flipH="1">
            <a:off x="3986727" y="3638082"/>
            <a:ext cx="800648" cy="12681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Sun 106">
            <a:extLst>
              <a:ext uri="{FF2B5EF4-FFF2-40B4-BE49-F238E27FC236}">
                <a16:creationId xmlns:a16="http://schemas.microsoft.com/office/drawing/2014/main" id="{8D03F87D-CE8E-6F3D-4CFC-1A6061DFDD75}"/>
              </a:ext>
            </a:extLst>
          </p:cNvPr>
          <p:cNvSpPr/>
          <p:nvPr/>
        </p:nvSpPr>
        <p:spPr>
          <a:xfrm>
            <a:off x="533253" y="2600960"/>
            <a:ext cx="1656080" cy="1656080"/>
          </a:xfrm>
          <a:prstGeom prst="sun">
            <a:avLst/>
          </a:prstGeom>
          <a:solidFill>
            <a:schemeClr val="bg1">
              <a:lumMod val="85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I" sz="1100" dirty="0"/>
              <a:t>Super-User Rights</a:t>
            </a:r>
          </a:p>
        </p:txBody>
      </p:sp>
      <p:sp>
        <p:nvSpPr>
          <p:cNvPr id="112" name="Right Brace 111">
            <a:extLst>
              <a:ext uri="{FF2B5EF4-FFF2-40B4-BE49-F238E27FC236}">
                <a16:creationId xmlns:a16="http://schemas.microsoft.com/office/drawing/2014/main" id="{93589556-1812-9AB2-9CB5-4732C7A55795}"/>
              </a:ext>
            </a:extLst>
          </p:cNvPr>
          <p:cNvSpPr/>
          <p:nvPr/>
        </p:nvSpPr>
        <p:spPr>
          <a:xfrm rot="10800000">
            <a:off x="2306320" y="1777999"/>
            <a:ext cx="502164" cy="3139903"/>
          </a:xfrm>
          <a:prstGeom prst="rightBrace">
            <a:avLst>
              <a:gd name="adj1" fmla="val 0"/>
              <a:gd name="adj2" fmla="val 47412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I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FBF599AE-7687-CC24-A2E1-9230FC43E432}"/>
              </a:ext>
            </a:extLst>
          </p:cNvPr>
          <p:cNvSpPr txBox="1"/>
          <p:nvPr/>
        </p:nvSpPr>
        <p:spPr>
          <a:xfrm>
            <a:off x="9266463" y="618686"/>
            <a:ext cx="7807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I" sz="1100" dirty="0"/>
              <a:t>Input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9685ED90-7645-0941-DAFB-2CA46EEE1CA3}"/>
              </a:ext>
            </a:extLst>
          </p:cNvPr>
          <p:cNvSpPr txBox="1"/>
          <p:nvPr/>
        </p:nvSpPr>
        <p:spPr>
          <a:xfrm>
            <a:off x="10356295" y="619301"/>
            <a:ext cx="61266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I" sz="1100" dirty="0"/>
              <a:t>Output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C8B5A017-7EA4-5BD0-47A6-5B1576247B7A}"/>
              </a:ext>
            </a:extLst>
          </p:cNvPr>
          <p:cNvSpPr txBox="1"/>
          <p:nvPr/>
        </p:nvSpPr>
        <p:spPr>
          <a:xfrm>
            <a:off x="10302274" y="4883259"/>
            <a:ext cx="61266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I" sz="1100" dirty="0"/>
              <a:t>Output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7E125E8E-7B5E-5523-8B73-530EDE9C61A0}"/>
              </a:ext>
            </a:extLst>
          </p:cNvPr>
          <p:cNvSpPr txBox="1"/>
          <p:nvPr/>
        </p:nvSpPr>
        <p:spPr>
          <a:xfrm>
            <a:off x="9159511" y="4917902"/>
            <a:ext cx="7807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I" sz="1100" dirty="0"/>
              <a:t>Input</a:t>
            </a:r>
          </a:p>
        </p:txBody>
      </p:sp>
      <p:sp>
        <p:nvSpPr>
          <p:cNvPr id="151" name="Rounded Rectangle 150">
            <a:extLst>
              <a:ext uri="{FF2B5EF4-FFF2-40B4-BE49-F238E27FC236}">
                <a16:creationId xmlns:a16="http://schemas.microsoft.com/office/drawing/2014/main" id="{A93467EE-24DE-2BF1-643D-4373432C6D70}"/>
              </a:ext>
            </a:extLst>
          </p:cNvPr>
          <p:cNvSpPr/>
          <p:nvPr/>
        </p:nvSpPr>
        <p:spPr>
          <a:xfrm>
            <a:off x="9052560" y="5232400"/>
            <a:ext cx="994682" cy="13512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I"/>
          </a:p>
        </p:txBody>
      </p:sp>
      <p:sp>
        <p:nvSpPr>
          <p:cNvPr id="152" name="Rounded Rectangle 151">
            <a:extLst>
              <a:ext uri="{FF2B5EF4-FFF2-40B4-BE49-F238E27FC236}">
                <a16:creationId xmlns:a16="http://schemas.microsoft.com/office/drawing/2014/main" id="{5EDE707F-FEB0-1045-97BE-E1BE1ABC9369}"/>
              </a:ext>
            </a:extLst>
          </p:cNvPr>
          <p:cNvSpPr/>
          <p:nvPr/>
        </p:nvSpPr>
        <p:spPr>
          <a:xfrm>
            <a:off x="10299836" y="5232400"/>
            <a:ext cx="994682" cy="13512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I"/>
          </a:p>
        </p:txBody>
      </p:sp>
    </p:spTree>
    <p:extLst>
      <p:ext uri="{BB962C8B-B14F-4D97-AF65-F5344CB8AC3E}">
        <p14:creationId xmlns:p14="http://schemas.microsoft.com/office/powerpoint/2010/main" val="14125411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28956</TotalTime>
  <Words>74</Words>
  <Application>Microsoft Macintosh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 Bacarese</dc:creator>
  <cp:lastModifiedBy>Mark Bacarese</cp:lastModifiedBy>
  <cp:revision>1</cp:revision>
  <dcterms:created xsi:type="dcterms:W3CDTF">2026-02-03T17:29:50Z</dcterms:created>
  <dcterms:modified xsi:type="dcterms:W3CDTF">2026-02-23T20:05:53Z</dcterms:modified>
</cp:coreProperties>
</file>